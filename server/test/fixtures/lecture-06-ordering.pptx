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1 heading</a:t>
            </a:r>
          </a:p>
          <a:p>
            <a:r>
              <a:t>Content for slide 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2 heading</a:t>
            </a:r>
          </a:p>
          <a:p>
            <a:r>
              <a:t>Content for slide 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3 heading</a:t>
            </a:r>
          </a:p>
          <a:p>
            <a:r>
              <a:t>Content for slide 3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4 heading</a:t>
            </a:r>
          </a:p>
          <a:p>
            <a:r>
              <a:t>Content for slide 4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5 heading</a:t>
            </a:r>
          </a:p>
          <a:p>
            <a:r>
              <a:t>Content for slide 5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6 heading</a:t>
            </a:r>
          </a:p>
          <a:p>
            <a:r>
              <a:t>Content for slide 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7 heading</a:t>
            </a:r>
          </a:p>
          <a:p>
            <a:r>
              <a:t>Content for slide 7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8 heading</a:t>
            </a:r>
          </a:p>
          <a:p>
            <a:r>
              <a:t>Content for slide 8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9 heading</a:t>
            </a:r>
          </a:p>
          <a:p>
            <a:r>
              <a:t>Content for slide 9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10 heading</a:t>
            </a:r>
          </a:p>
          <a:p>
            <a:r>
              <a:t>Content for slide 10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11 heading</a:t>
            </a:r>
          </a:p>
          <a:p>
            <a:r>
              <a:t>Content for slide 11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12 heading</a:t>
            </a:r>
          </a:p>
          <a:p>
            <a:r>
              <a:t>Content for slide 12</a:t>
            </a:r>
          </a:p>
        </p:txBody>
      </p:sp>
    </p:spTree>
  </p:cSld>
</p:sld>
</file>