
<file path=[Content_Types].xml><?xml version="1.0" encoding="utf-8"?>
<Types xmlns="http://schemas.openxmlformats.org/package/2006/content-types"/>
</file>

<file path=ppt/presentation.xml><?xml version="1.0" encoding="utf-8"?>
<p:presentation xmlns:p="http://schemas.openxmlformats.org/presentationml/2006/main"/>
</file>

<file path=ppt/notesSlides/notesSlide1.xml><?xml version="1.0" encoding="utf-8"?>
<p:sld xmlns:p="http://schemas.openxmlformats.org/presentationml/2006/main" xmlns:a="http://schemas.openxmlformats.org/drawingml/2006/main">
  <p:cSld>
    <p:spTree>
      <p:sp>
        <p:txBody>
          <a:p>
            <a:r>
              <a:t>1</a:t>
            </a:r>
          </a:p>
          <a:p>
            <a:r>
              <a:t>Today we cover how the proton gradient is used to make ATP, and what happens when that coupling is broken.</a:t>
            </a:r>
          </a:p>
        </p:txBody>
      </p:sp>
    </p:spTree>
  </p:cSld>
</p:sld>
</file>

<file path=ppt/notesSlides/notesSlide2.xml><?xml version="1.0" encoding="utf-8"?>
<p:sld xmlns:p="http://schemas.openxmlformats.org/presentationml/2006/main" xmlns:a="http://schemas.openxmlformats.org/drawingml/2006/main">
  <p:cSld>
    <p:spTree>
      <p:sp>
        <p:txBody>
          <a:p>
            <a:r>
              <a:t>2</a:t>
            </a:r>
          </a:p>
          <a:p>
            <a:r>
              <a:t>Complexes I, III and IV pump protons. Complex II does not, which is why succinate gives a lower P/O ratio than NADH-linked substrates.</a:t>
            </a:r>
          </a:p>
        </p:txBody>
      </p:sp>
    </p:spTree>
  </p:cSld>
</p:sld>
</file>

<file path=ppt/notesSlides/notesSlide3.xml><?xml version="1.0" encoding="utf-8"?>
<p:sld xmlns:p="http://schemas.openxmlformats.org/presentationml/2006/main" xmlns:a="http://schemas.openxmlformats.org/drawingml/2006/main">
  <p:cSld>
    <p:spTree>
      <p:sp>
        <p:txBody>
          <a:p>
            <a:r>
              <a:t>3</a:t>
            </a:r>
          </a:p>
          <a:p>
            <a:r>
              <a:t>Oligomycin binds the Fo channel and blocks the only route protons have back into the matrix. The proton motive force rises until the chain cannot pump against it, so oxygen consumption falls.</a:t>
            </a:r>
          </a:p>
        </p:txBody>
      </p:sp>
    </p:spTree>
  </p:cSld>
</p:sld>
</file>

<file path=ppt/notesSlides/notesSlide4.xml><?xml version="1.0" encoding="utf-8"?>
<p:sld xmlns:p="http://schemas.openxmlformats.org/presentationml/2006/main" xmlns:a="http://schemas.openxmlformats.org/drawingml/2006/main">
  <p:cSld>
    <p:spTree>
      <p:sp>
        <p:txBody>
          <a:p>
            <a:r>
              <a:t>4</a:t>
            </a:r>
          </a:p>
          <a:p>
            <a:r>
              <a:t>An uncoupler carries protons across the membrane independently of ATP synthase. Oxygen consumption rises while ATP synthesis falls — the energy is released as heat.</a:t>
            </a:r>
          </a:p>
        </p:txBody>
      </p:sp>
    </p:spTree>
  </p:cSld>
</p:sld>
</file>

<file path=ppt/slides/_rels/slide1.xml.rels><?xml version="1.0"?><Relationships xmlns="http://schemas.openxmlformats.org/package/2006/relationships"><Relationship Id="rId1" Type="http://schemas.openxmlformats.org/officeDocument/2006/relationships/notesSlide" Target="../notesSlides/notesSlide1.xml"/></Relationships>
</file>

<file path=ppt/slides/_rels/slide2.xml.rels><?xml version="1.0"?><Relationships xmlns="http://schemas.openxmlformats.org/package/2006/relationships"><Relationship Id="rId1" Type="http://schemas.openxmlformats.org/officeDocument/2006/relationships/notesSlide" Target="../notesSlides/notesSlide2.xml"/></Relationships>
</file>

<file path=ppt/slides/_rels/slide3.xml.rels><?xml version="1.0"?><Relationships xmlns="http://schemas.openxmlformats.org/package/2006/relationships"><Relationship Id="rId1" Type="http://schemas.openxmlformats.org/officeDocument/2006/relationships/notesSlide" Target="../notesSlides/notesSlide3.xml"/></Relationships>
</file>

<file path=ppt/slides/_rels/slide4.xml.rels><?xml version="1.0"?><Relationships xmlns="http://schemas.openxmlformats.org/package/2006/relationships"><Relationship Id="rId1" Type="http://schemas.openxmlformats.org/officeDocument/2006/relationships/notesSlide" Target="../notesSlides/notesSlide4.xml"/></Relationships>
</file>

<file path=ppt/slides/slide1.xml><?xml version="1.0" encoding="utf-8"?>
<p:sld xmlns:p="http://schemas.openxmlformats.org/presentationml/2006/main" xmlns:a="http://schemas.openxmlformats.org/drawingml/2006/main">
  <p:cSld>
    <p:spTree>
      <p:sp>
        <p:txBody>
          <a:p>
            <a:r>
              <a:t>Oxidative phosphorylation</a:t>
            </a:r>
          </a:p>
          <a:p>
            <a:r>
              <a:t>BB20001 Lecture 4</a:t>
            </a:r>
          </a:p>
        </p:txBody>
      </p:sp>
    </p:spTree>
  </p:cSld>
</p:sld>
</file>

<file path=ppt/slides/slide2.xml><?xml version="1.0" encoding="utf-8"?>
<p:sld xmlns:p="http://schemas.openxmlformats.org/presentationml/2006/main" xmlns:a="http://schemas.openxmlformats.org/drawingml/2006/main">
  <p:cSld>
    <p:spTree>
      <p:sp>
        <p:txBody>
          <a:p>
            <a:r>
              <a:t>The electron transport chain</a:t>
            </a:r>
          </a:p>
          <a:p>
            <a:r>
              <a:t>• Complexes I–IV</a:t>
            </a:r>
          </a:p>
          <a:p>
            <a:r>
              <a:t>• Protons pumped to the intermembrane space</a:t>
            </a:r>
          </a:p>
        </p:txBody>
      </p:sp>
    </p:spTree>
  </p:cSld>
</p:sld>
</file>

<file path=ppt/slides/slide3.xml><?xml version="1.0" encoding="utf-8"?>
<p:sld xmlns:p="http://schemas.openxmlformats.org/presentationml/2006/main" xmlns:a="http://schemas.openxmlformats.org/drawingml/2006/main">
  <p:cSld>
    <p:spTree>
      <p:sp>
        <p:txBody>
          <a:p>
            <a:r>
              <a:t>ATP synthase</a:t>
            </a:r>
          </a:p>
          <a:p>
            <a:r>
              <a:t>• Fo channel</a:t>
            </a:r>
          </a:p>
          <a:p>
            <a:r>
              <a:t>• F1 catalytic head</a:t>
            </a:r>
          </a:p>
        </p:txBody>
      </p:sp>
    </p:spTree>
  </p:cSld>
</p:sld>
</file>

<file path=ppt/slides/slide4.xml><?xml version="1.0" encoding="utf-8"?>
<p:sld xmlns:p="http://schemas.openxmlformats.org/presentationml/2006/main" xmlns:a="http://schemas.openxmlformats.org/drawingml/2006/main">
  <p:cSld>
    <p:spTree>
      <p:sp>
        <p:txBody>
          <a:p>
            <a:r>
              <a:t>Uncouplers</a:t>
            </a:r>
          </a:p>
          <a:p>
            <a:r>
              <a:t>• DNP</a:t>
            </a:r>
          </a:p>
          <a:p>
            <a:r>
              <a:t>• Thermogenin</a:t>
            </a:r>
          </a:p>
        </p:txBody>
      </p:sp>
    </p:spTree>
  </p:cSld>
</p:sld>
</file>

<file path=ppt/slides/slide5.xml><?xml version="1.0" encoding="utf-8"?>
<p:sld xmlns:p="http://schemas.openxmlformats.org/presentationml/2006/main" xmlns:a="http://schemas.openxmlformats.org/drawingml/2006/main">
  <p:cSld>
    <p:spTree>
      <p:sp>
        <p:txBody>
          <a:p>
            <a:r>
              <a:t>Summary</a:t>
            </a:r>
          </a:p>
          <a:p>
            <a:r>
              <a:t>• Coupling</a:t>
            </a:r>
          </a:p>
          <a:p>
            <a:r>
              <a:t>• Inhibition</a:t>
            </a:r>
          </a:p>
          <a:p>
            <a:r>
              <a:t>• Uncoupling</a:t>
            </a:r>
          </a:p>
        </p:txBody>
      </p:sp>
    </p:spTree>
  </p:cSld>
</p:sld>
</file>